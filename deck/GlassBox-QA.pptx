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number, not the architecture. That 82% is from the IBM.com Cypress suite I work on: 5,480 cy.get() calls across 229 spec files, 4,494 of them hardcoded strings. Then set the frame immediately, because a QA judge is already thinking it: Playwright ships a healer for free, so we did not build another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pipeline: this is the diagram you drew on the whiteboard, and every box is a running process. Then the two cards are the whole engineering story — one capture feeds five features, and the registry indirection is why the healer physically cannot 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table is the anti-fakery weapon — nobody who faked it can produce arithmetic a judge can add up in their head. Then the refusal is the actual wow: everyone in the room has shipped a bug behind a green suite, and a self-healing tool showing restraint is the last thing they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assumption-free number, then the one that needs an assumption with the assumption printed beside it. Volunteering what we declined, and why, is the opposite of a vendor slide — judges discount percentages but respect an engineer who names their own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GlassBox QA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tests that refuse to lie.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Quality Engineering for the AI Development 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3886200" cy="2880360"/>
          </a:xfrm>
          <a:prstGeom prst="roundRect">
            <a:avLst>
              <a:gd name="adj" fmla="val 952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0" y="7772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selector references in a real 229-spec enterprise suite are hardcoded strings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C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4,494 of 5,480 cy.get() calls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C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measured, not estimated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code faster than QA can maintain tests.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UI rename, reorder or refactor breaks scripts that were never wrong — just brittle.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1234440"/>
          </a:xfrm>
          <a:prstGeom prst="roundRect">
            <a:avLst>
              <a:gd name="adj" fmla="val 2222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389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already ships a planner, a generator and a healer. Microsoft gave that away.
</a:t>
            </a:r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the layer that decides whether healing is </a:t>
            </a:r>
            <a:pPr indent="0" marL="0">
              <a:lnSpc>
                <a:spcPts val="2700"/>
              </a:lnSpc>
              <a:buNone/>
            </a:pPr>
            <a:r>
              <a:rPr lang="en-US" sz="1700" b="1" i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715000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2E3440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5715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1.63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5715000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2E3440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5715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axe-core 4.13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5715000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2E3440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5715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2025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571500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2E3440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ICA · claude-sonnet-5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06840" y="5715000"/>
            <a:ext cx="2514600" cy="274320"/>
          </a:xfrm>
          <a:prstGeom prst="roundRect">
            <a:avLst>
              <a:gd name="adj" fmla="val 16667"/>
            </a:avLst>
          </a:prstGeom>
          <a:solidFill>
            <a:srgbClr val="2E3440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06840" y="5715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Docker · Zero build step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40" kern="0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artifact. Five capabilities.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whiteboard diagram, running as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9050">
            <a:solidFill>
              <a:srgbClr val="4B8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691640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96312" y="169164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9050">
            <a:solidFill>
              <a:srgbClr val="4B8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169164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96512" y="1691640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52544" y="169164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9050">
            <a:solidFill>
              <a:srgbClr val="35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52544" y="169164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52744" y="1691640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8776" y="1691640"/>
            <a:ext cx="1234440" cy="841248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9050">
            <a:solidFill>
              <a:srgbClr val="35C9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169164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1691640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99248" y="1691640"/>
            <a:ext cx="2148840" cy="841248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99248" y="169164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UI·Sec·A11y·Perf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848088" y="1691640"/>
            <a:ext cx="256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104120" y="169164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9050">
            <a:solidFill>
              <a:srgbClr val="EA5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4120" y="169164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880360"/>
            <a:ext cx="5257800" cy="2743200"/>
          </a:xfrm>
          <a:prstGeom prst="roundRect">
            <a:avLst>
              <a:gd name="adj" fmla="val 1000"/>
            </a:avLst>
          </a:prstGeom>
          <a:solidFill>
            <a:srgbClr val="F4F6F9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4015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page.ariaSnapshotJSON({ mode: "ai" })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6576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each ref resolved back to the DOM via aria-ref=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04164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ariaSnapshotJSON returns no id, class or tag.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ref recovers them — 120 nodes in 132 ms. That one enriched artifact drives healing, change detection, the a11y pre-screen, the security element inventory and the model prompt.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880360"/>
            <a:ext cx="5257800" cy="2743200"/>
          </a:xfrm>
          <a:prstGeom prst="roundRect">
            <a:avLst>
              <a:gd name="adj" fmla="val 1000"/>
            </a:avLst>
          </a:prstGeom>
          <a:solidFill>
            <a:srgbClr val="F4F6F9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seam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4015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action: "click", key: "checkout.placeOrder" }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6576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name registry keys — never selectors.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04164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healer holds no file handle to tests/.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structurally incapable of rewriting an assertion — architecture, not a prompt instruction. One patched key fixes N tests, and the key map is an exact change-to-test impact map with zero coverage instrumentation.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943600"/>
            <a:ext cx="2788920" cy="274320"/>
          </a:xfrm>
          <a:prstGeom prst="roundRect">
            <a:avLst>
              <a:gd name="adj" fmla="val 16667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943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 · 89 nodes · ~200 ms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66160" y="594360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6616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specs · 16 registry keys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594360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in ~9 seconds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arithmetic. Then refuse.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852160" cy="3703320"/>
          </a:xfrm>
          <a:prstGeom prst="roundRect">
            <a:avLst>
              <a:gd name="adj" fmla="val 741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173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0.8835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                      w      sim     points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488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                   1.5      100%   +1.500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048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accessible name          1.5       20%   +0.300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609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                     1.5      100%   +1.500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169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 text             1.5 no signal        —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729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neighbour texts          1.5      100%   +1.500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290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containing region        1.5      100%   +1.500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6850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·  class  ·  box     1.5     ≈100%   +1.864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977640"/>
            <a:ext cx="5303520" cy="0"/>
          </a:xfrm>
          <a:prstGeom prst="line">
            <a:avLst/>
          </a:prstGeom>
          <a:noFill/>
          <a:ln w="12700">
            <a:solidFill>
              <a:srgbClr val="2E34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0507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                   12.5              11.043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616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11.043 / 12.5 = 0.8835   ·   rows sum to 11.043 — the table is honest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188720"/>
            <a:ext cx="4709160" cy="1143000"/>
          </a:xfrm>
          <a:prstGeom prst="roundRect">
            <a:avLst>
              <a:gd name="adj" fmla="val 24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389888"/>
            <a:ext cx="128016" cy="731520"/>
          </a:xfrm>
          <a:prstGeom prst="roundRect">
            <a:avLst>
              <a:gd name="adj" fmla="val 42857"/>
            </a:avLst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you can audit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6459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from arXiv:2208.00677. A property with no signal is excluded from the denominator, not given free marks — the trap that produces confident wrong heals.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2468880"/>
            <a:ext cx="4709160" cy="1143000"/>
          </a:xfrm>
          <a:prstGeom prst="roundRect">
            <a:avLst>
              <a:gd name="adj" fmla="val 24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670048"/>
            <a:ext cx="128016" cy="731520"/>
          </a:xfrm>
          <a:prstGeom prst="roundRect">
            <a:avLst>
              <a:gd name="adj" fmla="val 4285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guess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29260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 0.008 apart → ESCALATE, even when the top pick is right. Healenium ships an absolute threshold; Similo ships argmax. Both would silently bind to the winner.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3749040"/>
            <a:ext cx="4709160" cy="1143000"/>
          </a:xfrm>
          <a:prstGeom prst="roundRect">
            <a:avLst>
              <a:gd name="adj" fmla="val 24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3950208"/>
            <a:ext cx="128016" cy="731520"/>
          </a:xfrm>
          <a:prstGeom prst="roundRect">
            <a:avLst>
              <a:gd name="adj" fmla="val 42857"/>
            </a:avLst>
          </a:prstGeom>
          <a:solidFill>
            <a:srgbClr val="EA5A5F"/>
          </a:solidFill>
          <a:ln w="12700">
            <a:solidFill>
              <a:srgbClr val="EA5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3913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lie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2062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assertion failing on a VALUE is never healed — not attempted. Every locator resolved; the product is wrong. Release flips to BLOCK with one named reason.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&lt;a&gt; becoming a &lt;button&gt; is pixel-identical — every screenshot differ reports the page unchanged, while it breaks every getByRole('link') call.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live: 14/14 unit tests · baseline 6/6 green · healed suite 5/5 green across 5 runs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40" kern="0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computed. Every limit named.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474720" cy="1965960"/>
          </a:xfrm>
          <a:prstGeom prst="roundRect">
            <a:avLst>
              <a:gd name="adj" fmla="val 1395"/>
            </a:avLst>
          </a:prstGeom>
          <a:solidFill>
            <a:srgbClr val="F4F6F9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file edits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57984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files a human edits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 registry key we edit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72491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assumption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0" y="1143000"/>
            <a:ext cx="3474720" cy="1965960"/>
          </a:xfrm>
          <a:prstGeom prst="roundRect">
            <a:avLst>
              <a:gd name="adj" fmla="val 1395"/>
            </a:avLst>
          </a:prstGeom>
          <a:solidFill>
            <a:srgbClr val="F4F6F9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security findings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157984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· A01 A02 A03 A05 A09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true positives by construction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72491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planted, so ground truth known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1143000"/>
            <a:ext cx="3474720" cy="1965960"/>
          </a:xfrm>
          <a:prstGeom prst="roundRect">
            <a:avLst>
              <a:gd name="adj" fmla="val 1395"/>
            </a:avLst>
          </a:prstGeom>
          <a:solidFill>
            <a:srgbClr val="F4F6F9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275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selected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157984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impact map from the registry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 instead of 41 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72491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coverage instrumentation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5257800" cy="2148840"/>
          </a:xfrm>
          <a:prstGeom prst="roundRect">
            <a:avLst>
              <a:gd name="adj" fmla="val 1277"/>
            </a:avLst>
          </a:prstGeom>
          <a:solidFill>
            <a:srgbClr val="FFF6F6"/>
          </a:solidFill>
          <a:ln w="12700">
            <a:solidFill>
              <a:srgbClr val="F3D6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5478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Declined, out loud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85876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OWASP ZAP — 287 MB, and 2.16+ needs Java 17 while this box has 11.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root-cause prose — the published ceiling is 75–80%; a 4-hour agent would lie confidently.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pixel diffing — anti-aliasing and lazy images make it a false-positive machine.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axe-core covers ~30–40% of WCAG. Zero violations does not mean accessible.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337560"/>
            <a:ext cx="5257800" cy="2148840"/>
          </a:xfrm>
          <a:prstGeom prst="roundRect">
            <a:avLst>
              <a:gd name="adj" fmla="val 1277"/>
            </a:avLst>
          </a:prstGeom>
          <a:solidFill>
            <a:srgbClr val="F4F6F9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5478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decision is a policy file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88620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A5A5F"/>
          </a:solidFill>
          <a:ln w="12700">
            <a:solidFill>
              <a:srgbClr val="EA5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886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3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 productBugs &gt; 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434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decided that, and no model decided it. gate.json did — and you can read it, version it, and review it in a pull request.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5029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COMPUTED  vs  LLM PROSE  — every figure on screen is badged by origin.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gave away the healer. </a:t>
            </a:r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is the layer that decides whether healing is allowed.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GlassBox QA</dc:title>
  <dc:subject>PptxGenJS Presentation</dc:subject>
  <dc:creator>Rahul Vudumula</dc:creator>
  <cp:lastModifiedBy>Rahul Vudumula</cp:lastModifiedBy>
  <cp:revision>1</cp:revision>
  <dcterms:created xsi:type="dcterms:W3CDTF">2026-09-05T10:56:10Z</dcterms:created>
  <dcterms:modified xsi:type="dcterms:W3CDTF">2026-09-05T10:56:10Z</dcterms:modified>
</cp:coreProperties>
</file>